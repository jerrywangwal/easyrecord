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65760"/>
            <a:ext cx="594360" cy="594360"/>
          </a:xfrm>
          <a:prstGeom prst="ellipse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166"/>
                </a:solidFill>
              </a:rPr>
              <a:t>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411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EasyRecord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浏览器白板录屏工具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8FFF"/>
                </a:solidFill>
              </a:rPr>
              <a:t>五分钟上手 · 免费 · 无需安装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3246120"/>
            <a:ext cx="219456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52044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9B8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204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🖊 白板画图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352044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9B8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5204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📷 摄像头露脸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52044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9B8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5204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🎬 直接导出MP4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👉 https://20260314221416.vercel.app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2E"/>
                </a:solidFill>
              </a:rPr>
              <a:t>这是什么工具？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适合所有想录制讲解视频的人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8229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</a:rPr>
              <a:t>📚 老师 / 讲师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录制白板讲解课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导出发给学生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14600"/>
            <a:ext cx="54864" cy="8229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</a:rPr>
              <a:t>💼 职场人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28986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录产品演示视频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不用 OBS 也能搞定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3931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520440"/>
            <a:ext cx="54864" cy="8229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1E2E"/>
                </a:solidFill>
              </a:rPr>
              <a:t>📲 自媒体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904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制作短视频内容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人脸+白板一键合成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C63FF"/>
                </a:solidFill>
              </a:rPr>
              <a:t>三大核心能力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1508760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74920" y="1691640"/>
            <a:ext cx="457200" cy="45720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🖊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650992" y="170992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1E2E"/>
                </a:solidFill>
              </a:rPr>
              <a:t>白板画图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37760" y="2514600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74920" y="2697480"/>
            <a:ext cx="457200" cy="457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📷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650992" y="27157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1E2E"/>
                </a:solidFill>
              </a:rPr>
              <a:t>摄像头 PiP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37760" y="3520440"/>
            <a:ext cx="3749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74920" y="3703320"/>
            <a:ext cx="457200" cy="457200"/>
          </a:xfrm>
          <a:prstGeom prst="ellipse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🎬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650992" y="372160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1E2E"/>
                </a:solidFill>
              </a:rPr>
              <a:t>录制 → MP4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完全免费 · 打开即用 · 数据不上传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Step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打开白板，开始作画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804672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53896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33502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浏览器打开链接：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https://20260314221416.vercel.app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23360" cy="804672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459736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234086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屏幕中央就是白板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默认白色背景 16:9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023360" cy="804672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465576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334670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左上角工具栏选择工具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点击或拖拽开始画图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C63FF"/>
                </a:solidFill>
              </a:rPr>
              <a:t>工具箱一览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691640"/>
            <a:ext cx="1783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19472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19472" y="2103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选择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691640"/>
            <a:ext cx="1783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85432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5432" y="2103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画笔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606040"/>
            <a:ext cx="1783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19472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19472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箭头/直线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12280" y="2606040"/>
            <a:ext cx="1783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85432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85432" y="3017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矩形/椭圆/菱形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520440"/>
            <a:ext cx="1783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19472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19472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文字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3520440"/>
            <a:ext cx="1783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85432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🖼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85432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E2E"/>
                </a:solidFill>
              </a:rPr>
              <a:t>插入图片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2E"/>
                </a:solidFill>
              </a:rPr>
              <a:t>💡 快捷键：P=画笔  A=箭头  R=矩形  T=文字  E=橡皮  Ctrl+Z=撤销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开启摄像头 — 边讲边露脸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170432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62763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右上角「设置」按钮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556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点击顶栏右侧的齿轮图标打开设置面板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4023360" cy="1170432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10912" y="162763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2356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选择摄像头大小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23560" y="17556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小 / 中 / 大，或直接在画面上拖拽调整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4023360" cy="1170432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99923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圆形摄像头出现在右下角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可以用鼠标拖动到你喜欢的位置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651760"/>
            <a:ext cx="4023360" cy="1170432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10912" y="2999232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999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2356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拖拽右下角 handle 改变大小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鼠标悬停在摄像头上，右下角出现调整手柄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2E"/>
                </a:solidFill>
              </a:rPr>
              <a:t>💡 摄像头画面录制时会自动合成到视频里 — 不用额外操作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一键录制，直接导出 MP4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417320" y="1188720"/>
            <a:ext cx="594360" cy="59436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060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2606040" cy="502920"/>
          </a:xfrm>
          <a:prstGeom prst="rect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202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3FF"/>
                </a:solidFill>
              </a:rPr>
              <a:t>点「开始录制」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487168"/>
            <a:ext cx="23591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右上角红色按钮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倒计时 3 秒后开始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计时器实时显示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63240" y="30632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118872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46120" y="1920240"/>
            <a:ext cx="26060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920240"/>
            <a:ext cx="2606040" cy="50292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9202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正常讲课 / 操作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2487168"/>
            <a:ext cx="23591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在白板上画图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摄像头同步录制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说完话随时停止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52160" y="30632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2926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95160" y="1188720"/>
            <a:ext cx="594360" cy="5943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35040" y="1920240"/>
            <a:ext cx="26060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920240"/>
            <a:ext cx="2606040" cy="502920"/>
          </a:xfrm>
          <a:prstGeom prst="rect">
            <a:avLst/>
          </a:prstGeom>
          <a:solidFill>
            <a:srgbClr val="FF6B6B">
              <a:alpha val="15000"/>
            </a:srgbClr>
          </a:solidFill>
          <a:ln w="12700">
            <a:solidFill>
              <a:srgbClr val="FF6B6B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92024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6B"/>
                </a:solidFill>
              </a:rPr>
              <a:t>停止 → 下载 MP4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72200" y="2487168"/>
            <a:ext cx="23591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点「停止录制」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浏览器自动下载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1E2E"/>
                </a:solidFill>
              </a:rPr>
              <a:t>文件名含时间戳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6177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E2E"/>
                </a:solidFill>
              </a:rPr>
              <a:t>💡 全程本地处理，视频文件不会上传到任何服务器，完全隐私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2E"/>
                </a:solidFill>
              </a:rPr>
              <a:t>进阶技巧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掌握这些，效率翻倍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0432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多页幻灯片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8470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左侧栏点击「+ 新增 Slide」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每页独立内容，录制时连续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80160"/>
            <a:ext cx="54864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↩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59352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撤销 / 重做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0712" y="18470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Ctrl+Z 撤销上一步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不小心画错也不怕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80160"/>
            <a:ext cx="54864" cy="1371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48272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自定义背景色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18470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设置 → 当前 Slide 背景色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白/米色/深色/淡蓝/自定义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34640"/>
            <a:ext cx="54864" cy="13716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70432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画布比例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" y="34015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设置 → 16:9 / 9:16 / 3:4 / 1:1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对应不同平台投稿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34640"/>
            <a:ext cx="54864" cy="1371600"/>
          </a:xfrm>
          <a:prstGeom prst="rect">
            <a:avLst/>
          </a:prstGeom>
          <a:solidFill>
            <a:srgbClr val="9B8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🖱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59352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鼠标高亮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10712" y="34015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设置里开启 → 录制时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光标附近有高亮圈，便于演示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8346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834640"/>
            <a:ext cx="54864" cy="1371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48272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E2E"/>
                </a:solidFill>
              </a:rPr>
              <a:t>手绘风格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99632" y="34015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设置里开启/关闭 → 线条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自由曲线更有手写感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2E"/>
                </a:solidFill>
              </a:rPr>
              <a:t>常见问题 Q&amp;A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060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Q: 需要注册账号吗？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4081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完全不用，打开链接就能用，没有任何门槛。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1097280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10912" y="1060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Q: 录制的视频会上传到服务器吗？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10912" y="140817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不会，全程在你的浏览器里处理，数据不离开你的电脑。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408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Q: 摄像头窗口能调整位置和大小吗？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26883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可以！直接拖拽移动位置；鼠标悬停后，右下角出现调整手柄，拖拽即可改变大小。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4023360" cy="1097280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23408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Q: 支持手机使用吗？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268833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以 PC/Mac 浏览器为主，手机端功能受限，建议电脑使用。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21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Q: 导出的格式是什么？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96849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自动导出 MP4，可直接上传到微信、视频号、B站等平台。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566160"/>
            <a:ext cx="4023360" cy="1097280"/>
          </a:xfrm>
          <a:prstGeom prst="rect">
            <a:avLst/>
          </a:prstGeom>
          <a:solidFill>
            <a:srgbClr val="F5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3621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Q: 我能多个页面录制吗？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10912" y="396849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1E2E"/>
                </a:solidFill>
              </a:rPr>
              <a:t>可以！录制过程中可以切换 Slide，所有内容会连续录进同一个视频。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开始你的第一个录制吧！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B8FFF"/>
                </a:solidFill>
              </a:rPr>
              <a:t>免费 · 无需安装 · 打开即用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303520" cy="6400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488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👉 https://20260314221416.vercel.app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手机扫码即可直接打开使用，无需安装任何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01568"/>
            <a:ext cx="548640" cy="5486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01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" y="4023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白板画图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自由创作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3401568"/>
            <a:ext cx="548640" cy="5486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401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4023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摄像头露脸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圆形 PiP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3401568"/>
            <a:ext cx="548640" cy="5486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3401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86200" y="4023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一键录制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直接 MP4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828800"/>
            <a:ext cx="2468880" cy="27432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./q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2512" y="1938528"/>
            <a:ext cx="2139696" cy="213969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17920" y="4114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</a:rPr>
              <a:t>扫码立即体验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773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Made with ❤ by 王吉林  ·  Powered by WorkBuddy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EasyRecord 傻瓜教程</dc:title>
  <dc:subject>PptxGenJS Presentation</dc:subject>
  <dc:creator>PptxGenJS</dc:creator>
  <cp:lastModifiedBy>PptxGenJS</cp:lastModifiedBy>
  <cp:revision>1</cp:revision>
  <dcterms:created xsi:type="dcterms:W3CDTF">2026-03-15T06:48:14Z</dcterms:created>
  <dcterms:modified xsi:type="dcterms:W3CDTF">2026-03-15T06:48:14Z</dcterms:modified>
</cp:coreProperties>
</file>